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67F8D-D247-665D-9549-AB23C2D26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71E907-362F-2BB5-AE37-95416B681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D7D43B-7094-B996-B2AA-1B16A861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FDA13-96F5-8A7B-C019-24BABE87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615B8-7AB0-25F1-1953-DDCBE968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64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B73AD-654A-78ED-EE44-612FD94E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D5C12-D54F-0511-F13B-CB37EFB52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37F4C-61DE-6216-2C77-3B93D0825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BC975-0D8A-7D7F-0478-40D85E1B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17B51-12E7-0817-7403-12B3F117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44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7B3DA-91F0-45B0-8FCF-F0B347E1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309DE-4451-A48A-64D1-1EC95779D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BDFBC8-8E02-BD15-6399-298E186C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A77DD4-7899-9CF4-8341-65F10C20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A2922-8CAF-AE26-B913-9EE78D05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93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381E2-5456-934B-061A-EB45BEF0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B1BC1-36E9-B26F-754F-53AEFD938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84D684-E3DC-3B24-6648-C5FA76E67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6AC345-BF30-4D84-F878-AD94CABE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7A3CFC-AA17-0BB6-C759-ABF0E324F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0CB58A-22E9-0181-509D-8A6F6C16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4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38F6C-0A80-1B06-D030-2C27C40A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6D3163-5C01-D707-FC78-2BE9D7084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3DAC72-F562-333F-8AB8-E7B2D5545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88294F-BEDA-FF15-2139-FADABD2FF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4AE422-10FF-831C-B5F8-45C80FEA9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F461FB-21FC-8426-9877-91C4BAE26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F11601-BEE2-49B7-6795-D469F1FD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6D08A5-FB20-70A3-5541-D3C211EC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1AB9-213E-5459-05F1-DAC07EDA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945488-CFB3-EEC4-73CB-65374D2F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BE7A7E-F90A-8220-F226-1E309B21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E56C8D-8A80-CED0-5AA9-1C6E0839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19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650BDC-6EE2-BFE0-2507-5DAFB79C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98C06D-368E-8767-C754-B38D8762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55CF8-1586-1FD5-F615-96BADDB7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894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EE7A-20CA-A24F-8AE9-25EE3138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F3113-ACDC-52EE-9450-D85862970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25119F-5747-7C7A-B595-CBD21A08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AE2879-D70F-A666-9A47-2D2D4D788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794BCF-953D-037B-8BF3-5975AEC4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345FB9-7793-5C6A-F46A-F71B8826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66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54055-36BF-FF3A-23AA-D01E7A22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3720BB-B971-550F-6BC2-5D5092CB5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30B9F7-14DF-FE8B-F220-E2BCE2B67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3242C-442C-5A03-4E0A-0E55B05A9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C19FE8-96B7-F134-7C8D-0A885F88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2BC3AF-DF69-4323-D509-955C919E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52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B71C2-2FD0-C820-6814-BE4DC8781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47A533-3138-BDB3-048B-78B4DA4D3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BC5302-9FA9-AB73-0702-30F820E2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E576BD-FFFA-22E0-F4D1-F0D5A17D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1CA85-AADF-0949-3BEE-C3253FE1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74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F5A7C5-2460-E97C-0D50-6673E21CE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EEC3BD-5E23-A533-BC12-2D2B60C41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F6F81-0572-37A8-2AAF-A678A124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0658D7-EF98-C8ED-FB4C-79568470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B47A15-04C3-12B8-1DFF-1F33ED6B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14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BD29BC-6B58-4659-67E7-E21518B5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7A3FAF-0A37-B388-91C8-7D76A8A0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4B631-A1A9-BFB1-691D-66B76656D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E468D-E1B7-48FE-B8A8-0F0224375926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9ABFD-F138-EB91-1179-59D22F9D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CC762A-9D5E-9B83-8BC1-C364C0023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F1846-3860-40F1-B69C-D2901FF9F1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42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CF17E-390E-80F6-8915-F2766F444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13.2 </a:t>
            </a:r>
            <a:r>
              <a:rPr lang="zh-CN" altLang="en-US"/>
              <a:t>内能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2C834D-2DBC-109E-B558-136FB2BD5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D019B0-67DF-BC40-2255-F0489407123E}"/>
              </a:ext>
            </a:extLst>
          </p:cNvPr>
          <p:cNvSpPr txBox="1"/>
          <p:nvPr/>
        </p:nvSpPr>
        <p:spPr>
          <a:xfrm>
            <a:off x="1270000" y="254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p=F/S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77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A1237-A73E-E83A-5E82-F24592AD2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DF4EF8-8242-D56E-51C3-65C280A41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19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13.2 内能</vt:lpstr>
      <vt:lpstr>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 sci</dc:creator>
  <cp:lastModifiedBy>man sci</cp:lastModifiedBy>
  <cp:revision>1</cp:revision>
  <dcterms:created xsi:type="dcterms:W3CDTF">2026-09-08T07:26:40Z</dcterms:created>
  <dcterms:modified xsi:type="dcterms:W3CDTF">2026-09-08T07:26:40Z</dcterms:modified>
</cp:coreProperties>
</file>