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 xmlns:r="http://schemas.openxmlformats.org/officeDocument/2006/relationships">
  <p:sldSz cx="12192000" cy="6858000" type="screen16x9"/>
  <p:sldIdLst>
    <p:sldId id="256" r:id="rId1"/>
    <p:sldId id="257" r:id="rId2"/>
  </p:sldIdLst>
</p:presentation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"/>
          <p:cNvSpPr/>
          <p:nvPr/>
        </p:nvSpPr>
        <p:spPr/>
        <p:txBody>
          <a:bodyPr/>
          <a:lstStyle/>
          <a:p>
            <a:r>
              <a:t>机械效率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t>公式候选：η=W有/W总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Video Keyword"/>
          <p:cNvSpPr/>
          <p:nvPr/>
        </p:nvSpPr>
        <p:spPr/>
        <p:txBody>
          <a:bodyPr/>
          <a:lstStyle/>
          <a:p>
            <a:r>
              <a:t>观察视频：凸透镜成像</a:t>
            </a:r>
          </a:p>
        </p:txBody>
      </p:sp>
    </p:spTree>
  </p:cSld>
</p:sld>
</file>